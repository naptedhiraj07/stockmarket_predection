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2ECFC4-0E85-4798-90CF-E83FFFAF4E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3727E7-B48C-419B-A98D-E6CA361D96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21247F-901D-4250-939A-46B4A21038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EAB50-ADBB-4FF0-B12E-AAFF3167F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112BA1-6491-4F2C-B686-542A0E0FD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06572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18F68-9919-478B-A16E-4C8ABF0641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F0E86B-7D1F-4B56-9C55-F7E34E5582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56FEC8-7A48-4307-84F7-7D89F115F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E5EAB9-6031-4014-9FFA-0A2F14F81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7EBEC-3C2B-4DE6-BD39-F0701BAC2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28437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973DF-F2D9-40A1-BD37-25B48FF2F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0D105-CA9D-458D-ABBA-ED29495BC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7CB76-E869-40A4-93F8-0441F4636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6970F-F0CE-4AE3-B514-7459121A45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AAE8B6-3629-45A9-83BA-E228831D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84378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B787C6-53C9-4CDC-AFA3-EC4D1E2B76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CE9C5-FD01-416D-9F79-D9B1DFBC61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FB01FA-0337-413D-8905-FE1197C403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F25031-A9E5-4FC3-814F-4795E4943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8C688B-FA45-4690-8463-0AF6CA942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E0FA81-7598-4EFC-9DF4-3A4DB88A8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150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10D7A-9536-40C3-922F-4C344E452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89DB85-E636-4766-ADE6-3957436E79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C4CABA-1B81-409A-99D0-C7EF103FB8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4595074-920A-42A4-AA72-8FA5664C1A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BD1BA7-EE4D-4F05-A0DF-3EDDE026A1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C45079-2C32-4E3A-9911-D5B526D11A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122119-1876-4CD4-964B-6CE046641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8B0B24-7E34-4C1F-8E43-311ADBD58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99928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748EA-3DBC-46F5-9C16-395904DC8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62704E-4254-4F1E-A88F-EE471C3C2B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1A268C-00CC-4A37-AC76-D2B43B114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DFEE93-1EF9-4506-A0B6-F426D7310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6167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D37DD3-B0EB-4432-9DCC-97AB371B15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9E9D33-7367-4456-B862-6F6D2E19F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9CA190-044F-433E-B305-9AAFD0AD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2164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9C0E2-A2EE-4EEB-BF4A-411A42A88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6C422-1C62-4306-B7EB-294825A1C9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2F4F8-2CDC-439A-805F-A53DE2A6B1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B98D2C-4B92-4A98-BECF-043003F77D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38838A-CF95-4B0B-913D-355D6D21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BB4F7D-39EE-40E0-862C-D0FB3FE0D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75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9243D2-C504-4A06-8526-94A6E5FA0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EA47672-CC60-465B-89C9-BB4B169DE9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C59E0E-A9C2-4375-A62E-A56053BAB1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6F8A84-AC23-42D6-840B-7B1FD6FF93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C36F7-0041-4967-BDAD-C11F5A97A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6F8452-25DE-4637-A059-568343EB7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4530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E6057-9B7C-4282-9C41-D5CC98592D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23472E2-D94E-44A9-A488-9810695FAF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371FB-BF6A-4CFF-8FB5-B6A9557B8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A76A36-D9A1-4270-8C95-E4C69DB46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151AA0-F3E9-4705-853A-E6B98C745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63166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7A6719F-7094-44DD-9074-B11B8D2351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6B5EAB-5C28-42A6-AA82-E74A2148E3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FA6D06-50AD-44E5-B4E4-409E8978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2B3BBE-9BA9-46C9-9EF1-B336F5BEE932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32FC5-2987-4204-A9D8-B40AD978D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9C0E1-EFCB-4A28-8C1C-2B137D343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0729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92AF5B7-D68A-4E0A-B93F-B5E98FEB6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C9EE1F-692C-40FA-B80F-D765A39611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F0716C-0E96-40B0-BAC7-9BEB7CC9E4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2B3BBE-9BA9-46C9-9EF1-B336F5BEE932}" type="datetimeFigureOut">
              <a:rPr lang="en-IN" smtClean="0"/>
              <a:t>05-03-2026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879A0A-6C99-47D8-9539-9743DEB129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A3D100-C30E-4C5F-8D41-92640CC1FC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DC37A-4523-4070-BD68-27C3438DAD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42053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BCC41DD-AA46-443C-8967-E1452E3A7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736" y="1714351"/>
            <a:ext cx="6096528" cy="342929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03E7F7A-5EDA-4C4E-95BE-39801A6B72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59293" y="1080436"/>
            <a:ext cx="8537608" cy="4697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164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1F380-0619-4270-AA84-69BB3612C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Stock Market Price Prediction using 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310DCF-D6CB-4200-A82C-B8D869774E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Subtitle: A Deep Learning approach using LSTM</a:t>
            </a:r>
          </a:p>
          <a:p>
            <a:r>
              <a:rPr lang="en-US" dirty="0"/>
              <a:t> (Long Short-Term Memory)</a:t>
            </a:r>
          </a:p>
          <a:p>
            <a:r>
              <a:rPr lang="en-US" dirty="0"/>
              <a:t>Presented by: Dhiraj Gopal Napte</a:t>
            </a:r>
          </a:p>
          <a:p>
            <a:r>
              <a:rPr lang="en-US" dirty="0"/>
              <a:t>College: Wainganga College of Engineering and </a:t>
            </a:r>
            <a:r>
              <a:rPr lang="en-US" dirty="0" err="1"/>
              <a:t>Mangement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059397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4F6D3-CE8F-42AF-8103-AE9998D499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5F35B-D211-4359-99A2-43068D71D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stock market is a complex, non-linear system.</a:t>
            </a:r>
          </a:p>
          <a:p>
            <a:r>
              <a:rPr lang="en-US" dirty="0"/>
              <a:t>Predicting prices helps investors minimize risks.</a:t>
            </a:r>
          </a:p>
          <a:p>
            <a:r>
              <a:rPr lang="en-US" dirty="0"/>
              <a:t>Problem: Traditional models fail to capture long-term dependencies in time-series data.</a:t>
            </a:r>
          </a:p>
          <a:p>
            <a:r>
              <a:rPr lang="en-US" dirty="0"/>
              <a:t>Solution: Use Machine Learning (Deep Learning) to identify patterns in historical data.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625506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4CD51-F4F2-4E05-B8D0-7421B500D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F54FA-BDE2-4F6E-9A0B-82B3E89920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To collect real-time stock data using the Yahoo Finance API.</a:t>
            </a:r>
          </a:p>
          <a:p>
            <a:r>
              <a:rPr lang="en-US" dirty="0"/>
              <a:t>To preprocess and normalize data for neural network training.</a:t>
            </a:r>
          </a:p>
          <a:p>
            <a:r>
              <a:rPr lang="en-US" dirty="0"/>
              <a:t>To implement an LSTM model for time-series forecasting.</a:t>
            </a:r>
          </a:p>
          <a:p>
            <a:r>
              <a:rPr lang="en-US" dirty="0"/>
              <a:t>To visualize the accuracy by comparing "Actual" vs. "Predicted" prices.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8183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0704C-5E14-4375-B4CC-9014B397A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Requirements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84F4DD-FE29-4369-95CD-161C307707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Language: Python 3.xLibraries:</a:t>
            </a:r>
          </a:p>
          <a:p>
            <a:r>
              <a:rPr lang="en-IN" dirty="0"/>
              <a:t> * </a:t>
            </a:r>
            <a:r>
              <a:rPr lang="en-IN" dirty="0" err="1"/>
              <a:t>Keras</a:t>
            </a:r>
            <a:r>
              <a:rPr lang="en-IN" dirty="0"/>
              <a:t>/TensorFlow (Model Building)</a:t>
            </a:r>
          </a:p>
          <a:p>
            <a:r>
              <a:rPr lang="en-IN" dirty="0"/>
              <a:t>pandas &amp; NumPy (Data Handling)Matplotlib (Visualization)</a:t>
            </a:r>
            <a:r>
              <a:rPr lang="en-IN" dirty="0" err="1"/>
              <a:t>yfinance</a:t>
            </a:r>
            <a:r>
              <a:rPr lang="en-IN" dirty="0"/>
              <a:t> (Data Source)</a:t>
            </a:r>
          </a:p>
        </p:txBody>
      </p:sp>
    </p:spTree>
    <p:extLst>
      <p:ext uri="{BB962C8B-B14F-4D97-AF65-F5344CB8AC3E}">
        <p14:creationId xmlns:p14="http://schemas.microsoft.com/office/powerpoint/2010/main" val="3641033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4055C-1B3A-40A7-AEC7-2BE86BD82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 (The LSTM Model)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6BF1F-CCCE-4288-BA2F-8E784AA1A48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LSTM? Unlike standard neural networks,</a:t>
            </a:r>
          </a:p>
          <a:p>
            <a:r>
              <a:rPr lang="en-US" dirty="0"/>
              <a:t> LSTMs have "memory cells" to store information from the past.</a:t>
            </a:r>
          </a:p>
          <a:p>
            <a:r>
              <a:rPr lang="en-US" dirty="0"/>
              <a:t>Gates: It uses Input, Forget, and Output gates to decide which data to keep or discard.</a:t>
            </a:r>
          </a:p>
          <a:p>
            <a:r>
              <a:rPr lang="en-US" dirty="0"/>
              <a:t>Windowing: The model looks at the last 60 days of closing prices to predict the price of the next day.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2697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41CA2-225E-4ABF-8411-0031D8736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Workflow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32CED-FEA6-44DD-A7F4-62CFCCBA0E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Data Collection: Fetching ticker data (e.g., GOOGL).</a:t>
            </a:r>
          </a:p>
          <a:p>
            <a:r>
              <a:rPr lang="en-US" dirty="0"/>
              <a:t>Preprocessing: Scaling data to a range of (0, 1) using </a:t>
            </a:r>
            <a:r>
              <a:rPr lang="en-US" dirty="0" err="1"/>
              <a:t>MinMaxScaler</a:t>
            </a:r>
            <a:r>
              <a:rPr lang="en-US" dirty="0"/>
              <a:t>.</a:t>
            </a:r>
          </a:p>
          <a:p>
            <a:r>
              <a:rPr lang="en-US" dirty="0"/>
              <a:t>Training: Feeding 80% of data into the LSTM </a:t>
            </a:r>
            <a:r>
              <a:rPr lang="en-US" dirty="0" err="1"/>
              <a:t>layers.Testing</a:t>
            </a:r>
            <a:r>
              <a:rPr lang="en-US" dirty="0"/>
              <a:t>: Using the remaining 20% to validate the model.</a:t>
            </a:r>
          </a:p>
          <a:p>
            <a:r>
              <a:rPr lang="en-US" dirty="0"/>
              <a:t>Output: De-normalizing data to show actual price values.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69864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F0BD2-4AA9-4D8D-849D-C8C43D5CA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Code Snippet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D52959-BB48-49E1-8910-BDBE744C81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(Include a screenshot of the model.</a:t>
            </a:r>
          </a:p>
          <a:p>
            <a:r>
              <a:rPr lang="en-US" dirty="0"/>
              <a:t>add(LSTM(...)) section from the code I gave you earlier)</a:t>
            </a:r>
          </a:p>
          <a:p>
            <a:r>
              <a:rPr lang="en-US" dirty="0"/>
              <a:t>Features: 2 LSTM layers, Dropout layers (to prevent overfitting),</a:t>
            </a:r>
          </a:p>
          <a:p>
            <a:r>
              <a:rPr lang="en-US" dirty="0"/>
              <a:t> and 1 Dense output layer.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251164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245F89-6F9B-46E1-A344-2CFDBD8C5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&amp;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A2108A-7FA4-42D8-8D9D-07D95281C8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model successfully tracks the "trend" of the stock.</a:t>
            </a:r>
          </a:p>
          <a:p>
            <a:r>
              <a:rPr lang="en-US" dirty="0"/>
              <a:t>Performance Metric: Mean Squared Error (MSE) was used as the loss function.</a:t>
            </a:r>
          </a:p>
          <a:p>
            <a:r>
              <a:rPr lang="en-US" dirty="0"/>
              <a:t>Observation: The model is excellent at identifying momentum but cannot predict sudden market crashes or news-based volatility.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28594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215C7-7163-4975-ADDF-C95A82C68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Advantages &amp;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A2EC2-BC96-4DC3-8436-E0A20EBCD8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Advantages: Automates analysis, handles large datasets,</a:t>
            </a:r>
          </a:p>
          <a:p>
            <a:r>
              <a:rPr lang="en-US" dirty="0"/>
              <a:t> and works for any stock ticker.</a:t>
            </a:r>
          </a:p>
          <a:p>
            <a:r>
              <a:rPr lang="en-US" dirty="0"/>
              <a:t>Future Scope: * Adding Sentiment Analysis (News/Twitter data).</a:t>
            </a:r>
          </a:p>
          <a:p>
            <a:r>
              <a:rPr lang="en-US" dirty="0"/>
              <a:t>Integrating more features like Volume and RSI (Technical Indicators).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266812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0624B9-9A94-4F40-8834-EE3CBC16F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&amp; 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01CCA-00E2-40D3-8378-867E8F7C4E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LSTM is a powerful tool for time-series prediction.</a:t>
            </a:r>
          </a:p>
          <a:p>
            <a:r>
              <a:rPr lang="en-US" dirty="0"/>
              <a:t>Machine learning provides a data-driven edge in financial</a:t>
            </a:r>
          </a:p>
          <a:p>
            <a:r>
              <a:rPr lang="en-US" dirty="0"/>
              <a:t> decision-making.</a:t>
            </a:r>
          </a:p>
          <a:p>
            <a:r>
              <a:rPr lang="en-US" dirty="0"/>
              <a:t>References: Yahoo Finance, TensorFlow Documentation, Scikit-learn.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201210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D6471-9EB5-44A0-B284-4212F7729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3071805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474</Words>
  <Application>Microsoft Office PowerPoint</Application>
  <PresentationFormat>Widescreen</PresentationFormat>
  <Paragraphs>49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PowerPoint Presentation</vt:lpstr>
      <vt:lpstr>Stock Market Price Prediction using Machine Learning</vt:lpstr>
      <vt:lpstr>Introduction</vt:lpstr>
      <vt:lpstr>Objectives</vt:lpstr>
      <vt:lpstr>System Requirements</vt:lpstr>
      <vt:lpstr>Methodology (The LSTM Model)</vt:lpstr>
      <vt:lpstr>Project Workflow</vt:lpstr>
      <vt:lpstr>Key Code Snippet</vt:lpstr>
      <vt:lpstr>Results &amp; Discussion</vt:lpstr>
      <vt:lpstr>Advantages &amp; Future Scope</vt:lpstr>
      <vt:lpstr>Conclusion &amp; References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Dhiraj</dc:creator>
  <cp:lastModifiedBy>Dhiraj</cp:lastModifiedBy>
  <cp:revision>4</cp:revision>
  <dcterms:created xsi:type="dcterms:W3CDTF">2026-03-05T08:07:27Z</dcterms:created>
  <dcterms:modified xsi:type="dcterms:W3CDTF">2026-03-05T08:33:52Z</dcterms:modified>
</cp:coreProperties>
</file>